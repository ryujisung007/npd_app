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페르소나 프롬프트 스크립트 (식품마케터 10년차)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164592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1645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1975B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188720"/>
            <a:ext cx="8503920" cy="18288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978408"/>
            <a:ext cx="310896" cy="3108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00584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950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식품 R&amp;D 어시스턴트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0" y="1060704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10058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229600" y="1481328"/>
            <a:ext cx="274320" cy="274320"/>
          </a:xfrm>
          <a:prstGeom prst="ellipse">
            <a:avLst/>
          </a:prstGeom>
          <a:solidFill>
            <a:srgbClr val="1975B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76" y="1517904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051560" y="1463040"/>
            <a:ext cx="7040880" cy="1691640"/>
          </a:xfrm>
          <a:prstGeom prst="roundRect">
            <a:avLst>
              <a:gd name="adj" fmla="val 4324"/>
            </a:avLst>
          </a:prstGeom>
          <a:solidFill>
            <a:srgbClr val="DCF0FF"/>
          </a:solidFill>
          <a:ln/>
        </p:spPr>
      </p:sp>
      <p:sp>
        <p:nvSpPr>
          <p:cNvPr id="17" name="Shape 13"/>
          <p:cNvSpPr/>
          <p:nvPr/>
        </p:nvSpPr>
        <p:spPr>
          <a:xfrm>
            <a:off x="1207008" y="1536192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1975BC"/>
          </a:solidFill>
          <a:ln/>
        </p:spPr>
      </p:sp>
      <p:sp>
        <p:nvSpPr>
          <p:cNvPr id="18" name="Text 14"/>
          <p:cNvSpPr/>
          <p:nvPr/>
        </p:nvSpPr>
        <p:spPr>
          <a:xfrm>
            <a:off x="1207008" y="15361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234440" y="1764792"/>
            <a:ext cx="6629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너는 식품업계 10년차 브랜드 마케터야.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[역할]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식품기업 마케팅팀 과장, 음료/HMR 카테고리 전담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[경험]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신제품 런칭 15건+, 편의점/대형마트 유통채널 협업,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소비자 조사 기획 및 브랜드 리뉴얼 프로젝트 수행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[말투]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용어 사용, 데이터 기반 근거 제시, 직관적 인사이트 포함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[제약]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불가능한 아이디어 지양, 예산/일정 현실성 고려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" y="3264408"/>
            <a:ext cx="274320" cy="274320"/>
          </a:xfrm>
          <a:prstGeom prst="ellipse">
            <a:avLst/>
          </a:prstGeom>
          <a:solidFill>
            <a:srgbClr val="E8F1F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91840"/>
            <a:ext cx="219456" cy="21945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4400" y="3246120"/>
            <a:ext cx="7178040" cy="411480"/>
          </a:xfrm>
          <a:prstGeom prst="roundRect">
            <a:avLst>
              <a:gd name="adj" fmla="val 15556"/>
            </a:avLst>
          </a:prstGeom>
          <a:solidFill>
            <a:srgbClr val="F0F2F5"/>
          </a:solidFill>
          <a:ln/>
        </p:spPr>
      </p:sp>
      <p:sp>
        <p:nvSpPr>
          <p:cNvPr id="23" name="Text 18"/>
          <p:cNvSpPr/>
          <p:nvPr/>
        </p:nvSpPr>
        <p:spPr>
          <a:xfrm>
            <a:off x="1051560" y="3264408"/>
            <a:ext cx="6903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네, 음료/HMR 10년차 마케터 관점으로 답변드리겠습니다. </a:t>
            </a:r>
            <a:pPr indent="0" marL="0">
              <a:buNone/>
            </a:pPr>
            <a:r>
              <a:rPr lang="en-US" sz="95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유통 전략</a:t>
            </a:r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buNone/>
            </a:pPr>
            <a:r>
              <a:rPr lang="en-US" sz="95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 인사이트</a:t>
            </a:r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buNone/>
            </a:pPr>
            <a:r>
              <a:rPr lang="en-US" sz="95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포지셔닝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중심으로 제안드리겠습니다!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20040" y="3749040"/>
            <a:ext cx="85039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20040" y="3749040"/>
            <a:ext cx="850392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1"/>
          <p:cNvSpPr/>
          <p:nvPr/>
        </p:nvSpPr>
        <p:spPr>
          <a:xfrm>
            <a:off x="502920" y="3813048"/>
            <a:ext cx="6858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58368" y="38130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MZ세대 타겟 제로칼로리 탄산음료 런칭 전략을 세워줘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867912"/>
            <a:ext cx="201168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589520" y="3813048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1975B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3877056"/>
            <a:ext cx="155448" cy="1554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909560" y="38130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320040" y="44348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|  역할, 경험, 말투, 제약조건을 구체적으로 설정하면 전문적인 답변을 얻을 수 있습니다.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한국식품정보원</dc:creator>
  <cp:lastModifiedBy>한국식품정보원</cp:lastModifiedBy>
  <cp:revision>1</cp:revision>
  <dcterms:created xsi:type="dcterms:W3CDTF">2026-03-19T01:24:48Z</dcterms:created>
  <dcterms:modified xsi:type="dcterms:W3CDTF">2026-03-19T01:24:48Z</dcterms:modified>
</cp:coreProperties>
</file>